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194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  <a:latin typeface="Calibri"/>
              </a:rPr>
              <a:t>WIPRO RGA Program_2025/00727 CP JAVA 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Capstone Project Presentation – CP June &amp; 18th June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11731752" cy="25400"/>
          </a:xfrm>
          <a:prstGeom prst="rect">
            <a:avLst/>
          </a:prstGeom>
          <a:solidFill>
            <a:srgbClr val="55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88720"/>
            <a:ext cx="11731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 Light"/>
              </a:rPr>
              <a:t>NexCare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331720"/>
            <a:ext cx="117317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ACCFF"/>
                </a:solidFill>
                <a:latin typeface="Calibri"/>
              </a:rPr>
              <a:t>Interactive Dashboard System for Customer Service Operations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246120"/>
            <a:ext cx="11731752" cy="19050"/>
          </a:xfrm>
          <a:prstGeom prst="rect">
            <a:avLst/>
          </a:prstGeom>
          <a:solidFill>
            <a:srgbClr val="55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383280"/>
            <a:ext cx="11731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Project Title –  Interactive Dashboard System for Customer Service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3794760"/>
            <a:ext cx="11731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Presented by –  Rishitha Manyam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6492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AADD"/>
                </a:solidFill>
                <a:latin typeface="Calibri"/>
              </a:rPr>
              <a:t>wipro.com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914400"/>
            <a:ext cx="1168603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Problem Statement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Solution Overview — NexCare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Tech Stack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System Architecture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Role-Based Dashboards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Security Implementation (JWT)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Database &amp; Data Flow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Key Features Walkthrough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Challenges &amp; Solutions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070C0"/>
                </a:solidFill>
                <a:latin typeface="Calibri"/>
              </a:rPr>
              <a:t>▸ Key Learnings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914400"/>
            <a:ext cx="1168603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Telecom customer service teams in India struggle with disconnected tools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    – Reps use spreadsheets — no unified view of customer tickets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    – Managers cannot monitor team performance in real-time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    – Customers have no visibility into their support request status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No role-based access — sensitive data is exposed across all staff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Manual reporting causes delays in identifying service outages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Customer dissatisfaction rises due to slow response and no transparency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Project Goal: Build a unified, secure, real-time dashboard for all roles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Solution Overview — NexCare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868680"/>
            <a:ext cx="1168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  <a:latin typeface="Calibri"/>
              </a:rPr>
              <a:t>NexCare is a full-stack web application built for Indian telecom customer service operations.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417320"/>
            <a:ext cx="1168603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Role-based dashboards for Admin, Manager, Representative, and Customer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JWT-secured API — every user sees only what they are authorised to see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Real-time ticket management with full audit trail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Live chatbot for customer self-service (12 intent responses)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Analytics charts — bar and doughnut — for performance monitoring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Outage alerts that surface only to affected city customers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Fully India-localised — INR currency, Indian cities (Mumbai, Delhi, Bangalore…)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070C0"/>
                </a:solidFill>
                <a:latin typeface="Calibri"/>
              </a:rPr>
              <a:t>▸ Zero setup database — H2 file DB seeds all demo data on first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960120"/>
            <a:ext cx="56372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0C0"/>
                </a:solidFill>
                <a:latin typeface="Calibri"/>
              </a:rP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325880"/>
            <a:ext cx="563727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Angular 17 — Standalone Components (no NgModule)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TypeScript — strict typing throughout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Chart.js — bar &amp; doughnut charts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CSS3 — lilac theme, cubic-bezier animations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Angular Router — lazy loading + hash URLs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RxJS — reactive state &amp; cross-component events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Proxy config — dev server forwards /api/* to port 8080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1234440"/>
            <a:ext cx="12700" cy="52120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914400"/>
            <a:ext cx="58201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0C0"/>
                </a:solidFill>
                <a:latin typeface="Calibri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1636" y="1280160"/>
            <a:ext cx="582015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Spring Boot 3.2.5 — REST API backend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Spring Security — JWT filter chain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JJWT 0.12.3 — token generation &amp; validation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Spring Data JPA — ORM for all entities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H2 File Database — no external DB needed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BCryptPasswordEncoder — secure password hashing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Maven — build and dependency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868680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Calibri"/>
              </a:rPr>
              <a:t>Three-tier Architecture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325880"/>
            <a:ext cx="11686032" cy="1097280"/>
          </a:xfrm>
          <a:prstGeom prst="rect">
            <a:avLst/>
          </a:prstGeom>
          <a:solidFill>
            <a:srgbClr val="E8F4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399032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Calibri"/>
              </a:rPr>
              <a:t>Presentation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764792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Angular 17 SPA — components, routing, interceptors, guards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560320"/>
            <a:ext cx="11686032" cy="1097280"/>
          </a:xfrm>
          <a:prstGeom prst="rect">
            <a:avLst/>
          </a:prstGeom>
          <a:solidFill>
            <a:srgbClr val="FFF0E8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33472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Calibri"/>
              </a:rPr>
              <a:t>Service / API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999232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Spring Boot REST Controllers — Auth, Users, Tickets, Analytics, Outages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794760"/>
            <a:ext cx="11686032" cy="1097280"/>
          </a:xfrm>
          <a:prstGeom prst="rect">
            <a:avLst/>
          </a:prstGeom>
          <a:solidFill>
            <a:srgbClr val="F0FFF0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867912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Calibri"/>
              </a:rPr>
              <a:t>Data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33672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Spring Data JPA + H2 File Database — Users, Tickets, Outages, 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5120640"/>
            <a:ext cx="1168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07070"/>
                </a:solidFill>
                <a:latin typeface="Calibri"/>
              </a:rPr>
              <a:t>↕  Communication: HTTP/JSON via Proxy (dev) | Direct CORS (prod)  ↕  Auth: JWT Bearer Token on every request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Role-Based Dashboards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914400"/>
            <a:ext cx="2750058" cy="4937760"/>
          </a:xfrm>
          <a:prstGeom prst="rect">
            <a:avLst/>
          </a:prstGeom>
          <a:solidFill>
            <a:srgbClr val="FFEDED"/>
          </a:solidFill>
          <a:ln w="1524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051560"/>
            <a:ext cx="261289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0C0"/>
                </a:solidFill>
                <a:latin typeface="Calibri"/>
              </a:rPr>
              <a:t>ADMIN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481328"/>
            <a:ext cx="2750058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600200"/>
            <a:ext cx="26128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Calibri"/>
              </a:rPr>
              <a:t>Manage all employees, view all tickets,
report service outages, analytics overview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61538" y="914400"/>
            <a:ext cx="2750058" cy="4937760"/>
          </a:xfrm>
          <a:prstGeom prst="rect">
            <a:avLst/>
          </a:prstGeom>
          <a:solidFill>
            <a:srgbClr val="EDEDFF"/>
          </a:solidFill>
          <a:ln w="1524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52978" y="1051560"/>
            <a:ext cx="261289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0C0"/>
                </a:solidFill>
                <a:latin typeface="Calibri"/>
              </a:rPr>
              <a:t>MANAGER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61538" y="1481328"/>
            <a:ext cx="2750058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52978" y="1600200"/>
            <a:ext cx="26128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Calibri"/>
              </a:rPr>
              <a:t>Monitor team tickets, resolve outages,
view rep performance, manage escalations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3036" y="914400"/>
            <a:ext cx="2750058" cy="4937760"/>
          </a:xfrm>
          <a:prstGeom prst="rect">
            <a:avLst/>
          </a:prstGeom>
          <a:solidFill>
            <a:srgbClr val="EDFFED"/>
          </a:solidFill>
          <a:ln w="1524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4476" y="1051560"/>
            <a:ext cx="261289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0C0"/>
                </a:solidFill>
                <a:latin typeface="Calibri"/>
              </a:rPr>
              <a:t>REPRESENTATIVE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03036" y="1481328"/>
            <a:ext cx="2750058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4476" y="1600200"/>
            <a:ext cx="26128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Calibri"/>
              </a:rPr>
              <a:t>View &amp; update assigned tickets,
search customers, track resolution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44534" y="914400"/>
            <a:ext cx="2750058" cy="4937760"/>
          </a:xfrm>
          <a:prstGeom prst="rect">
            <a:avLst/>
          </a:prstGeom>
          <a:solidFill>
            <a:srgbClr val="FFF9ED"/>
          </a:solidFill>
          <a:ln w="1524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974" y="1051560"/>
            <a:ext cx="261289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0C0"/>
                </a:solidFill>
                <a:latin typeface="Calibri"/>
              </a:rPr>
              <a:t>CUSTOMER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44534" y="1481328"/>
            <a:ext cx="2750058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35974" y="1600200"/>
            <a:ext cx="26128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Calibri"/>
              </a:rPr>
              <a:t>Raise tickets, track status, rate support,
view outage alerts, use chatbot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Security Implementation — JWT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868680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Calibri"/>
              </a:rPr>
              <a:t>JWT Authentication &amp; Authorisation 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371600"/>
            <a:ext cx="36576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37160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371600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User submits login credentials (email + password) via Angular Sign In 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847088"/>
            <a:ext cx="36576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84708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847088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AuthController calls UserDetailsService — BCrypt verifies hashed password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322576"/>
            <a:ext cx="36576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322576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322576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JwtService generates signed token with userId, email, role, expiry (24h)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98064"/>
            <a:ext cx="36576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79806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798064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Token returned to frontend — stored in sessionStorage (cleared on tab close)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273552"/>
            <a:ext cx="36576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273552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273552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All subsequent API calls: JWT Interceptor adds Authorization: Bearer &lt;token&gt;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749040"/>
            <a:ext cx="36576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74904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749040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JwtAuthFilter validates token signature on every protected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224528"/>
            <a:ext cx="36576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22452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24528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Auth Guard on Angular routes checks role in sessionStorage before rendering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700016"/>
            <a:ext cx="36576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4700016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700016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Logout clears sessionStorage — token unusable even if intercepted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Database &amp; Data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960120"/>
            <a:ext cx="56372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0C0"/>
                </a:solidFill>
                <a:latin typeface="Calibri"/>
              </a:rPr>
              <a:t>Database Entities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325880"/>
            <a:ext cx="563727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H2 File Database — persists across restarts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Users table — all roles in one table (role enum)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Tickets — customerId, repId, status, domain, rating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Outages — location, affectedAreas, domain, severity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Notifications — userId, message, isRead, createdAt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DataInitializer seeds on startup via @PostConstruct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11 demo users, 10 tickets, 2 outages, 4 notifications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1234440"/>
            <a:ext cx="12700" cy="52120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914400"/>
            <a:ext cx="58201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0C0"/>
                </a:solidFill>
                <a:latin typeface="Calibri"/>
              </a:rPr>
              <a:t>Key API Endpoints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1636" y="1280160"/>
            <a:ext cx="582015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POST /api/auth/login → JWT token returned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POST /api/auth/register → new CUSTOMER created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GET /api/tickets → filtered by role in service layer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PUT /api/tickets/{id} → status update + audit fields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GET /api/analytics/{role} → aggregated stats map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GET /api/outages → all outages (admin/manager)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GET /api/outages/location?city=Mumbai → customer 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Key Features Walkthrough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914400"/>
            <a:ext cx="1168603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Animated Login Page — click Sign In / Sign Up → full-page lilac overlay (CSS cubic-bezier transition)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Lazy-Loaded Routes — each dashboard loads only when accessed (Angular loadComponent)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Query-Param Tab Navigation — all tabs use ?tab=dashboard URL params for bookmarkable views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Chart.js Analytics — live bar charts (tickets by domain) + doughnut charts (status breakdown)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Outage Alert Banner — surfaces only to customers whose city matches the outage location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AI Chatbot — 12 intent keywords, auto-scroll, triggers via RxJS Subject from sidebar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Ticket Rating System — customers rate closed tickets; score shown on rep's dashboard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Customer Search — reps search by name/phone/ID with 400ms debounce (no API spam)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First Login Detection — reps prompted to change password on first sign-in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70C0"/>
                </a:solidFill>
                <a:latin typeface="Calibri"/>
              </a:rPr>
              <a:t>▸ India Localised — INR ₹ currency, Indian cities, Indian phone format (9876543XXX)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Challenges &amp;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914400"/>
            <a:ext cx="11686032" cy="914400"/>
          </a:xfrm>
          <a:prstGeom prst="rect">
            <a:avLst/>
          </a:prstGeom>
          <a:solidFill>
            <a:srgbClr val="F8F8FF"/>
          </a:solidFill>
          <a:ln w="12700">
            <a:solidFill>
              <a:srgbClr val="CC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969264"/>
            <a:ext cx="11503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Calibri"/>
              </a:rPr>
              <a:t>Challenge:  Sidebar → Chatbot communication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335024"/>
            <a:ext cx="115031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Solution:  Created ChatService (RxJS Subject). Direct DOM manipulation was overridden by Angular's change detection.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20240"/>
            <a:ext cx="11686032" cy="914400"/>
          </a:xfrm>
          <a:prstGeom prst="rect">
            <a:avLst/>
          </a:prstGeom>
          <a:solidFill>
            <a:srgbClr val="F8F8FF"/>
          </a:solidFill>
          <a:ln w="12700">
            <a:solidFill>
              <a:srgbClr val="CC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75104"/>
            <a:ext cx="11503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Calibri"/>
              </a:rPr>
              <a:t>Challenge:  Tab navigation with scrollIntoView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40864"/>
            <a:ext cx="115031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Solution:  Switched entirely to Angular Router query params (?tab=X) — reliable across page refreshes and roles.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926080"/>
            <a:ext cx="11686032" cy="914400"/>
          </a:xfrm>
          <a:prstGeom prst="rect">
            <a:avLst/>
          </a:prstGeom>
          <a:solidFill>
            <a:srgbClr val="F8F8FF"/>
          </a:solidFill>
          <a:ln w="12700">
            <a:solidFill>
              <a:srgbClr val="CC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980944"/>
            <a:ext cx="11503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Calibri"/>
              </a:rPr>
              <a:t>Challenge:  Chart.js inside Angular @if blocks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46704"/>
            <a:ext cx="115031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Solution:  Used setTimeout(..., 100) after tab switch to wait for the DOM element to render before drawing.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11686032" cy="914400"/>
          </a:xfrm>
          <a:prstGeom prst="rect">
            <a:avLst/>
          </a:prstGeom>
          <a:solidFill>
            <a:srgbClr val="F8F8FF"/>
          </a:solidFill>
          <a:ln w="12700">
            <a:solidFill>
              <a:srgbClr val="CC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86784"/>
            <a:ext cx="11503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Calibri"/>
              </a:rPr>
              <a:t>Challenge:  CORS between Angular (4200) &amp; Spring (8080)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52544"/>
            <a:ext cx="115031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Solution:  Added proxy.conf.json — Angular dev server forwards /api/* requests, eliminating the cross-origin issue.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937760"/>
            <a:ext cx="11686032" cy="914400"/>
          </a:xfrm>
          <a:prstGeom prst="rect">
            <a:avLst/>
          </a:prstGeom>
          <a:solidFill>
            <a:srgbClr val="F8F8FF"/>
          </a:solidFill>
          <a:ln w="12700">
            <a:solidFill>
              <a:srgbClr val="CCC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992624"/>
            <a:ext cx="11503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Calibri"/>
              </a:rPr>
              <a:t>Challenge:  Database seed running on every restart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358384"/>
            <a:ext cx="115031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Solution:  Added existsById() check in DataInitializer — only seeds if admin user doesn't already exist.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01168"/>
            <a:ext cx="11914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70C0"/>
                </a:solidFill>
                <a:latin typeface="Calibri"/>
              </a:rPr>
              <a:t>Key Learnings &amp;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11731752" cy="1905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5379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General - RPS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37960"/>
            <a:ext cx="117317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2024 - RPS Consulting all rights 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080760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" y="611733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960120"/>
            <a:ext cx="56372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0C0"/>
                </a:solidFill>
                <a:latin typeface="Calibri"/>
              </a:rPr>
              <a:t>Key Learnings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325880"/>
            <a:ext cx="563727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Spring Security + JWT — token-based stateless auth at scale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Angular standalone components — no NgModule boilerplate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RxJS Subjects — the right pattern for sibling communication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Functional interceptors and guards (Angular 17 pattern)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Proxy configuration bridges frontend and backend in dev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Chart.js lifecycle must respect Angular's rendering cycle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@PostConstruct for reliable application startup seeding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1234440"/>
            <a:ext cx="12700" cy="52120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914400"/>
            <a:ext cx="58201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0C0"/>
                </a:solidFill>
                <a:latin typeface="Calibri"/>
              </a:rPr>
              <a:t>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1636" y="1280160"/>
            <a:ext cx="5820156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NexCare demonstrates a production-grade Java Full Stack app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Secure, role-based, real-time — built for Indian telecom ops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Clean architecture: Angular SPA + Spring Boot REST + H2 DB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Zero manual setup — runs with 2 commands after install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Covers full SDLC: design, dev, security, testing, docs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Calibri"/>
              </a:rPr>
              <a:t>▸ Prepared comprehensive guides for setup, Q&amp;A, and code walk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194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RPS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371600"/>
            <a:ext cx="11731752" cy="25400"/>
          </a:xfrm>
          <a:prstGeom prst="rect">
            <a:avLst/>
          </a:prstGeom>
          <a:solidFill>
            <a:srgbClr val="55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645920"/>
            <a:ext cx="117317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3200400"/>
            <a:ext cx="11731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ACCFF"/>
                </a:solidFill>
                <a:latin typeface="Calibri"/>
              </a:rPr>
              <a:t>Questions &amp; Answers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840480"/>
            <a:ext cx="11731752" cy="25400"/>
          </a:xfrm>
          <a:prstGeom prst="rect">
            <a:avLst/>
          </a:prstGeom>
          <a:solidFill>
            <a:srgbClr val="55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4023360"/>
            <a:ext cx="11731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DFF"/>
                </a:solidFill>
                <a:latin typeface="Calibri"/>
              </a:rPr>
              <a:t>Rishitha Manyam  |  WIPRO RGA Program 2025  |  Java Full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4480560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8BBFF"/>
                </a:solidFill>
                <a:latin typeface="Calibri"/>
              </a:rPr>
              <a:t>GitHub: github.com/rishithamanyam/Capstone-Project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6492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AADD"/>
                </a:solidFill>
                <a:latin typeface="Calibri"/>
              </a:rPr>
              <a:t>wipro.com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